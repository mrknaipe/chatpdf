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4114800" cy="2926080"/>
          </a:xfrm>
          <a:prstGeom prst="ellipse">
            <a:avLst/>
          </a:prstGeom>
          <a:solidFill>
            <a:srgbClr val="D4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548640"/>
            <a:ext cx="2743200" cy="1828800"/>
          </a:xfrm>
          <a:prstGeom prst="ellipse">
            <a:avLst/>
          </a:prstGeom>
          <a:solidFill>
            <a:srgbClr val="9DB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457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i="1" b="0">
                <a:solidFill>
                  <a:srgbClr val="1A1A1A"/>
                </a:solidFill>
                <a:latin typeface="Cambria"/>
              </a:rPr>
              <a:t>Métriques d’évaluation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556433" cy="5943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0" i="0">
                <a:solidFill>
                  <a:srgbClr val="1A1A1A"/>
                </a:solidFill>
                <a:latin typeface="Segoe UI Emoji"/>
              </a:rPr>
              <a:t>📊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2556433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556433" cy="5029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ROUGE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70048"/>
            <a:ext cx="1916353" cy="3200400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1916353" cy="32004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Recouvrement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n-gramme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ROUGE-1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ROUGE-2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ROUGE-L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10413" y="5870448"/>
            <a:ext cx="1341447" cy="365760"/>
          </a:xfrm>
          <a:prstGeom prst="downArrow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79393" y="1508760"/>
            <a:ext cx="2556433" cy="5943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0" i="0">
                <a:solidFill>
                  <a:srgbClr val="1A1A1A"/>
                </a:solidFill>
                <a:latin typeface="Segoe UI Emoji"/>
              </a:rPr>
              <a:t>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9393" y="2148840"/>
            <a:ext cx="2556433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9393" y="2148840"/>
            <a:ext cx="2556433" cy="5029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Similarité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99433" y="2670048"/>
            <a:ext cx="1916353" cy="3200400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9433" y="2670048"/>
            <a:ext cx="1916353" cy="32004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Cosine sim.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all-MiniLM-L6-v2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Embeddings 384 dim.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Mesure sémantique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986886" y="5870448"/>
            <a:ext cx="1341447" cy="365760"/>
          </a:xfrm>
          <a:prstGeom prst="downArrow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55867" y="1508760"/>
            <a:ext cx="2556433" cy="5943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0" i="0">
                <a:solidFill>
                  <a:srgbClr val="1A1A1A"/>
                </a:solidFill>
                <a:latin typeface="Segoe UI Emoji"/>
              </a:rPr>
              <a:t>⏱️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5867" y="2148840"/>
            <a:ext cx="2556433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5867" y="2148840"/>
            <a:ext cx="2556433" cy="5029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75907" y="2670048"/>
            <a:ext cx="1916353" cy="3200400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5907" y="2670048"/>
            <a:ext cx="1916353" cy="32004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Temps de réponse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Longueur réponse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Taux de refus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(« cannot find »)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863360" y="5870448"/>
            <a:ext cx="1341447" cy="365760"/>
          </a:xfrm>
          <a:prstGeom prst="downArrow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32341" y="1508760"/>
            <a:ext cx="2556433" cy="5943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0" i="0">
                <a:solidFill>
                  <a:srgbClr val="1A1A1A"/>
                </a:solidFill>
                <a:latin typeface="Segoe UI Emoji"/>
              </a:rPr>
              <a:t>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2341" y="2148840"/>
            <a:ext cx="2556433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2341" y="2148840"/>
            <a:ext cx="2556433" cy="5029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Stabilité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52381" y="2670048"/>
            <a:ext cx="1916353" cy="3200400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2381" y="2670048"/>
            <a:ext cx="1916353" cy="32004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n runs / question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Moyenne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Écart-type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Reproductibilité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739834" y="5870448"/>
            <a:ext cx="1341447" cy="365760"/>
          </a:xfrm>
          <a:prstGeom prst="downArrow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